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RenalBuddy — Architecture &amp; trust boundary</a:t>
            </a:r>
          </a:p>
        </p:txBody>
      </p:sp>
      <p:pic>
        <p:nvPicPr>
          <p:cNvPr id="3" name="Picture 2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68680"/>
            <a:ext cx="11430000" cy="145276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064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JWT at API boundary (browser → FastAPI).</a:t>
            </a:r>
          </a:p>
          <a:p>
            <a:pPr>
              <a:defRPr sz="1400"/>
            </a:pPr>
            <a:r>
              <a:t>Narrator cannot write taper; FactsEngine is read-only to taper_steps.</a:t>
            </a:r>
          </a:p>
          <a:p>
            <a:pPr>
              <a:defRPr sz="1400"/>
            </a:pPr>
            <a:r>
              <a:t>Verifier drops invented numbers / dates and forbidden advice terms (fail → template text).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